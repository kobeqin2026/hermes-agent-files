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8900000">
            <a:off x="8229600" y="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8900000">
            <a:off x="0" y="594360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2700000">
            <a:off x="8229600" y="594360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7680960" cy="256032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3B82F6"/>
                </a:solidFill>
              </a:defRPr>
            </a:pPr>
            <a:r>
              <a:t>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6B6D4"/>
                </a:solidFill>
              </a:defRPr>
            </a:pPr>
            <a:r>
              <a:t>智能 AI 助手 · 由 Nous Research 创建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Hermes vs OpenClaw</a:t>
            </a:r>
          </a:p>
        </p:txBody>
      </p:sp>
      <p:pic>
        <p:nvPicPr>
          <p:cNvPr id="5" name="Picture 4" descr="01_v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303520" cy="5760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822960"/>
            <a:ext cx="5303520" cy="5760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0320" y="3200400"/>
            <a:ext cx="1097280" cy="1097280"/>
          </a:xfrm>
          <a:prstGeom prst="ellipse">
            <a:avLst/>
          </a:prstGeom>
          <a:solidFill>
            <a:srgbClr val="F97316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294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🐎 Hermes vs 🦞 OpenClaw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8229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C8DC"/>
                </a:solidFill>
              </a:defRPr>
            </a:pPr>
            <a:r>
              <a:t>🦞 OpenClaw (龙虾)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234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⚪ 有限功能</a:t>
            </a:r>
          </a:p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⚪ 需外部集成</a:t>
            </a:r>
          </a:p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⚪ 单 Agent</a:t>
            </a:r>
          </a:p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⚪ 无记忆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560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🐎 Hermes (骏马)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9718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✅ 76+ 技能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✅ 20+ 工具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✅ 多 Agent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✅ 记忆系统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822960"/>
            <a:ext cx="9144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核心能力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47472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代码开发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77639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编写、调试、重构代码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47472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703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6576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信息检索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977639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搜索文件、查找代码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47472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703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6576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Web 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977639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浏览网页、抓取数据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07492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57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文件管理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7784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读写文件、批量处理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507492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257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Agent 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57784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子 Agent、并行任务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507492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257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57784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cron 作业、定时执行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系统架构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终端工具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37160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文件操作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Web 浏览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92608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技能系统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记忆系统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48056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76+ 专业技能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777240"/>
            <a:ext cx="34747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🔧 开发工具：github, code-review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🤖 AI/ML: huggingface, llm-eval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📊 数据科学：jupyter, analysis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🌐 DevOps: cloud, webhook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📱 生产力：feishu, google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🎨 创意：ascii-art, excalidraw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📚 研究：arxiv, blogwatcher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🏠 智能家居：openhue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使用场景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777240"/>
            <a:ext cx="34747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💼 工作：代码审查、Bug 调试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🎓 学习：论文研究、知识整理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🏗️ 项目：CI/CD、自动化部署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📊 数据：分析、可视化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🤖 自动化：定时任务、Web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s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8900000">
            <a:off x="822960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8900000">
            <a:off x="0" y="594360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2700000">
            <a:off x="8229600" y="594360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914400"/>
            <a:ext cx="6949440" cy="530352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09728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288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✨ 功能强大的 AI 助手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🛠️ 76+ 技能覆盖多领域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🔗 深度集成终端/文件/Web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🚀 多 Agent 协作 + 定时任务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📱 飞书/Discord 多平台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🎯 让 AI 成为你的工作伙伴！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