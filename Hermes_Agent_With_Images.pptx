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8900000">
            <a:off x="8046720" y="0"/>
            <a:ext cx="1097280" cy="109728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8900000">
            <a:off x="0" y="5760720"/>
            <a:ext cx="1097280" cy="109728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2700000">
            <a:off x="8046720" y="576072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731520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6949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6B6D4"/>
                </a:solidFill>
              </a:defRPr>
            </a:pPr>
            <a:r>
              <a:t>智能 AI 助手 · 由 Nous Research 创建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6492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Hermes vs OpenClaw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ho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93192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03120" y="2468880"/>
            <a:ext cx="914400" cy="914400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🐎 Hermes (骏马)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774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C8DC"/>
                </a:solidFill>
              </a:defRPr>
            </a:pPr>
            <a:r>
              <a:t>🦞 OpenClaw (龙虾)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50876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✅ 76+ 技能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✅ 20+ 工具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✅ 多 Agent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✅ 记忆系统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7889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</a:defRPr>
            </a:pPr>
            <a:r>
              <a:t>⚪ 有限功能</a:t>
            </a:r>
          </a:p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</a:defRPr>
            </a:pPr>
            <a:r>
              <a:t>⚪ 需外部集成</a:t>
            </a:r>
          </a:p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</a:defRPr>
            </a:pPr>
            <a:r>
              <a:t>⚪ 单 Agent</a:t>
            </a:r>
          </a:p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</a:defRPr>
            </a:pPr>
            <a:r>
              <a:t>⚪ 无记忆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6B6D4"/>
                </a:solidFill>
              </a:defRPr>
            </a:pPr>
            <a:r>
              <a:t>🐎 Hermes vs 🦞 OpenClaw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6492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核心能力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1089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39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代码开发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64991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DC"/>
                </a:solidFill>
              </a:defRPr>
            </a:pPr>
            <a:r>
              <a:t>编写、调试、重构代码</a:t>
            </a:r>
          </a:p>
        </p:txBody>
      </p:sp>
      <p:sp>
        <p:nvSpPr>
          <p:cNvPr id="11" name="Oval 10"/>
          <p:cNvSpPr/>
          <p:nvPr/>
        </p:nvSpPr>
        <p:spPr>
          <a:xfrm>
            <a:off x="3291840" y="3017520"/>
            <a:ext cx="548640" cy="54864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1089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063239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信息检索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364991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DC"/>
                </a:solidFill>
              </a:defRPr>
            </a:pPr>
            <a:r>
              <a:t>搜索文件、查找代码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3017520"/>
            <a:ext cx="548640" cy="54864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1089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063239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Web 操作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364991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DC"/>
                </a:solidFill>
              </a:defRPr>
            </a:pPr>
            <a:r>
              <a:t>浏览网页、抓取数据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846320"/>
            <a:ext cx="548640" cy="54864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937759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92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文件管理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193792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DC"/>
                </a:solidFill>
              </a:defRPr>
            </a:pPr>
            <a:r>
              <a:t>读写文件、批量处理</a:t>
            </a:r>
          </a:p>
        </p:txBody>
      </p:sp>
      <p:sp>
        <p:nvSpPr>
          <p:cNvPr id="23" name="Oval 22"/>
          <p:cNvSpPr/>
          <p:nvPr/>
        </p:nvSpPr>
        <p:spPr>
          <a:xfrm>
            <a:off x="3291840" y="4846320"/>
            <a:ext cx="548640" cy="54864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4937759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4892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Agent 协作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5193792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DC"/>
                </a:solidFill>
              </a:defRPr>
            </a:pPr>
            <a:r>
              <a:t>子 Agent、并行任务</a:t>
            </a:r>
          </a:p>
        </p:txBody>
      </p:sp>
      <p:sp>
        <p:nvSpPr>
          <p:cNvPr id="27" name="Oval 26"/>
          <p:cNvSpPr/>
          <p:nvPr/>
        </p:nvSpPr>
        <p:spPr>
          <a:xfrm>
            <a:off x="6126480" y="4846320"/>
            <a:ext cx="548640" cy="54864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937759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892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定时任务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5193792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DC"/>
                </a:solidFill>
              </a:defRPr>
            </a:pPr>
            <a:r>
              <a:t>cron 作业、定时执行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6492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系统架构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530352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27432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终端工具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463040"/>
            <a:ext cx="27432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文件操作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34640"/>
            <a:ext cx="27432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Web 浏览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834640"/>
            <a:ext cx="27432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技能系统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06240"/>
            <a:ext cx="27432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记忆系统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206240"/>
            <a:ext cx="27432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定时任务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6492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76+ 专业技能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93192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051560"/>
            <a:ext cx="393192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05156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🔧 开发工具：github, code-review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🤖 AI/ML: huggingface, llm-eval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📊 数据科学：jupyter, analysis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🌐 DevOps: cloud, webhook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📱 生产力：feishu, google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🎨 创意：ascii-art, excalidraw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📚 研究：arxiv, blogwatcher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🏠 智能家居：openhue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6492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使用场景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93192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051560"/>
            <a:ext cx="393192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05156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💼 工作：代码审查、Bug 调试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🎓 学习：论文研究、知识整理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🏗️ 项目：CI/CD、自动化部署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📊 数据：分析、可视化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🤖 自动化：定时任务、Web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_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2700000">
            <a:off x="0" y="0"/>
            <a:ext cx="1097280" cy="109728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8900000">
            <a:off x="8046720" y="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8900000">
            <a:off x="0" y="5760720"/>
            <a:ext cx="109728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2700000">
            <a:off x="8046720" y="5760720"/>
            <a:ext cx="1097280" cy="109728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492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3B82F6"/>
                </a:solidFill>
              </a:defRPr>
            </a:pPr>
            <a:r>
              <a:t>总结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371600"/>
            <a:ext cx="64008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64592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✨ 功能强大的 AI 助手</a:t>
            </a:r>
          </a:p>
          <a:p>
            <a:pPr algn="ctr"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🛠️ 76+ 技能覆盖多领域</a:t>
            </a:r>
          </a:p>
          <a:p>
            <a:pPr algn="ctr"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🔗 深度集成终端/文件/Web</a:t>
            </a:r>
          </a:p>
          <a:p>
            <a:pPr algn="ctr"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🚀 多 Agent 协作 + 定时任务</a:t>
            </a:r>
          </a:p>
          <a:p>
            <a:pPr algn="ctr"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📱 飞书/Discord 多平台</a:t>
            </a:r>
          </a:p>
          <a:p>
            <a:pPr algn="ctr"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</a:p>
          <a:p>
            <a:pPr algn="ctr"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🎯 让 AI 成为你的工作伙伴！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